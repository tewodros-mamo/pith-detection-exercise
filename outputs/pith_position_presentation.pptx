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3D"/>
                </a:solidFill>
              </a:rPr>
              <a:t>Predicting the Pith Position from a Board-Face Image</a:t>
            </a:r>
          </a:p>
          <a:p>
            <a:r>
              <a:rPr sz="2000">
                <a:solidFill>
                  <a:srgbClr val="2E6BB0"/>
                </a:solidFill>
              </a:rPr>
              <a:t>A compact CNN for 15-point pith x-regression  ·  Test MAE 3.82 mm</a:t>
            </a:r>
          </a:p>
          <a:p>
            <a:r>
              <a:rPr sz="1400">
                <a:solidFill>
                  <a:srgbClr val="5A6472"/>
                </a:solidFill>
              </a:rPr>
              <a:t>Candidate exercise — Doctoral Studentship in Building Technology (AI-Based Timber Quality Assessment)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Introduction: why locate the pith?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The pith is the centre of the tree stem; growth rings form around it.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Its position relative to a sawn board tells us where the board lay in the log — useful for wood characterisation, sawing decisions and strength grading.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Task in this exercise (simplified from the full 4-face, x+y problem):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</a:rPr>
              <a:t>Input: one RGB image (512×512) of one wide board face, 145 mm × 145 mm.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</a:rPr>
              <a:t>Output: pith x-position (mm) at 15 equally spaced z positions, bottom → top.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</a:rPr>
              <a:t>The pith may lie outside the board — predictions must not be clamped to [0, 145] mm.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Metric: mean absolute error (mm) over all 15 positions × 1000 test boards.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Data: 4000 labelled training boards, 1000 held-out test boards (split kept fixed; test never used for training).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First look at the data</a:t>
            </a:r>
          </a:p>
          <a:p>
            <a:r>
              <a:rPr sz="1400">
                <a:solidFill>
                  <a:srgbClr val="5A6472"/>
                </a:solidFill>
              </a:rPr>
              <a:t>Ground-truth pith path (red) drawn over training images</a:t>
            </a:r>
          </a:p>
        </p:txBody>
      </p:sp>
      <p:pic>
        <p:nvPicPr>
          <p:cNvPr id="3" name="Picture 2" descr="explore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30243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434840"/>
            <a:ext cx="11064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Pith inside the board → rings form a clear symmetry axis with high curvature around it (left two).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Pith far outside (3rd image, x ≈ 215 mm) → rings become almost straight vertical stripes; position must be inferred from weak curvature and ring-spacing gradients.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Knots, colour variation and blur act as realistic nuisance factors.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What the labels say</a:t>
            </a:r>
          </a:p>
          <a:p>
            <a:r>
              <a:rPr sz="1400">
                <a:solidFill>
                  <a:srgbClr val="5A6472"/>
                </a:solidFill>
              </a:rPr>
              <a:t>Statistics over the 4000 training boards</a:t>
            </a:r>
          </a:p>
        </p:txBody>
      </p:sp>
      <p:pic>
        <p:nvPicPr>
          <p:cNvPr id="3" name="Picture 2" descr="label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21440" cy="3072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5720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x spans −60 … +221 mm; 4.6% of boards have the pith outside the face for at least one z — a rare but important sub-population.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The pith path along z is smooth: median within-board wander is only 10.4 mm → z-neighbouring outputs are strongly correlated.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Naive baseline (always predict the training mean per position): 25.6 mm test MAE — the number any model must beat.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Problem formulation and key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Formulation: direct regression of 15 continuous values from one image (no clamping, so out-of-board positions are handled naturally).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Alternative considered — 1D heatmap + soft-argmax per z position: more mechanics for little expected gain at this scale; kept as future work.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Input resolution 224×224 (from 512): ring curvature and spacing cues survive Lanczos downscaling; ~5× faster than 512² on the available hardware.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Compact ~1.0 M-parameter CNN trained from scratch, rather than a pretrained ImageNet backbone: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single synthetic domain + 4000 samples → pretraining buys little; measured 4× faster per epoch than ResNet-18 on the CPU-only machine (2 vs 8 min).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Targets normalised t = (x − 72.5)/145; SmoothL1 (Huber) loss — robust to the few extreme out-of-board targets.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Augmentation uses the two exact physical symmetries: horizontal flip (x → 145 − x) and vertical flip (reverse the 15 targets). No unrealistic augmentations.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All model selection on a 3600/400 train/validation split — the 1000 test boards were touched exactly once, at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Architecture: pool over width, keep z structure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31905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4805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The output has spatial structure: target i depends mostly on rings near z-band i.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So the head pools the feature map over the width only → 15 vertical bands, each mapped to one x-value by a shared 1×1 convolution (same weights per band).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Deep layers still see the whole image (receptive field), so global context is not lost — the head just aligns parameters with the geometry of the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Training setup and convergence</a:t>
            </a:r>
          </a:p>
        </p:txBody>
      </p:sp>
      <p:pic>
        <p:nvPicPr>
          <p:cNvPr id="3" name="Picture 2" descr="training_curve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669280" cy="3174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AdamW, lr 3·10⁻⁴, weight decay 10⁻⁴, cosine schedule.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Batch 32, 35 epochs, SmoothL1 loss on normalised targets.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Best checkpoint chosen by validation MAE (4.25 mm at epoch 30).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Whole pipeline runs on a 4-core laptop CPU: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images pre-decoded once to a uint8 cache → no PNG decoding during training,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~2 min/epoch → ~65 min total training time.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Deterministic seeds for split and initialisation → reproducible.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Does the structured head help? A controlled ablation</a:t>
            </a:r>
          </a:p>
        </p:txBody>
      </p:sp>
      <p:pic>
        <p:nvPicPr>
          <p:cNvPr id="3" name="Picture 2" descr="ablation_h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Same backbone, same data, same schedule, 10 epochs; only the head differs.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Band head (width-pooled, z-preserving): 4.96 mm val MAE.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Standard global-average-pool + FC(15): 5.58 mm val MAE.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The band head converges faster and ends ~11% better — consistent with the intuition that each output should read features from its own z-band.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Both heads beat the 25.6 mm baseline by ~5× already after one epoch.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Test-set results</a:t>
            </a:r>
          </a:p>
          <a:p>
            <a:r>
              <a:rPr sz="1400">
                <a:solidFill>
                  <a:srgbClr val="5A6472"/>
                </a:solidFill>
              </a:rPr>
              <a:t>1000 held-out boards, evaluated once with the selected checkpoint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6949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82880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Value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/>
                        <a:t>Mean absolute error (the exercise metric)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3.82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Median absolute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1.78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90th percentile absolute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7.67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Per-board MAE, median / worst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1.83 / 116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Boards with pith fully inside the face (948)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2.90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Boards with pith partly outside (52)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20.6 mm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/>
                        <a:t>Naive train-mean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25.6 mm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0" y="1554480"/>
            <a:ext cx="4023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D3D"/>
                </a:solidFill>
              </a:rPr>
              <a:t>MAE is uniform across the 15 z positions (3.6–4.2 mm; slightly higher at the board ends, where one-sided context is available).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D3D"/>
                </a:solidFill>
              </a:rPr>
              <a:t>The error distribution is heavy-tailed: half of all boards are below 1.8 mm; a handful of far-outside-pith boards dominate the mean.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Where does the error come from?</a:t>
            </a:r>
          </a:p>
        </p:txBody>
      </p:sp>
      <p:pic>
        <p:nvPicPr>
          <p:cNvPr id="3" name="Picture 2" descr="error_analysis_ban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11521440" cy="3072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6634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Left: most boards are almost perfectly predicted; a thin tail of hard boards remains.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Right: error grows sharply once the true pith is beyond the board edges (dotted lines) — the model must extrapolate from nearly straight rings, and systematically underestimates large distances.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Visual check — randomly chosen test boards</a:t>
            </a:r>
          </a:p>
          <a:p>
            <a:r>
              <a:rPr sz="1400">
                <a:solidFill>
                  <a:srgbClr val="5A6472"/>
                </a:solidFill>
              </a:rPr>
              <a:t>red = ground truth, blue = prediction</a:t>
            </a:r>
          </a:p>
        </p:txBody>
      </p:sp>
      <p:pic>
        <p:nvPicPr>
          <p:cNvPr id="3" name="Picture 2" descr="visual_check_random_ban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11521440" cy="3168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4632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D3D"/>
                </a:solidFill>
              </a:rPr>
              <a:t>Predictions track ring symmetry closely, unaffected by knots and colour patches.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Visual check — pith outside the face, and failure cases</a:t>
            </a:r>
          </a:p>
        </p:txBody>
      </p:sp>
      <p:pic>
        <p:nvPicPr>
          <p:cNvPr id="3" name="Picture 2" descr="visual_check_outside_band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188720"/>
            <a:ext cx="9326880" cy="2564892"/>
          </a:xfrm>
          <a:prstGeom prst="rect">
            <a:avLst/>
          </a:prstGeom>
        </p:spPr>
      </p:pic>
      <p:pic>
        <p:nvPicPr>
          <p:cNvPr id="4" name="Picture 3" descr="visual_check_extremes_ban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794760"/>
            <a:ext cx="9326880" cy="2564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72"/>
                </a:solidFill>
              </a:rPr>
              <a:t>Top: pith just outside the face is handled well. Bottom right: the two worst test boards — pith 180–200 mm from the left edge; the model sees only near-vertical rings and underestimates the distance.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Far-outside piths are the dominant failure mode (52/1000 boards contribute a large share of the total error).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Cause: weak visual signal (near-straight rings) + very few training examples that far out — an extrapolation problem in both image space and label space.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5A6472"/>
                </a:solidFill>
              </a:rPr>
              <a:t>Possible remedies: oversample/reweight these boards, a log-distance target parameterisation, or a heatmap head over an extended x-range.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Synthetic data only: real board images add moisture stains, saw marks, lighting variation and camera geometry — domain gap not measured here.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The 15 outputs are predicted without an explicit smoothness prior; the data show the true path wanders only ~10 mm, which could be exploited (e.g. low-order polynomial output or a smoothness penalty).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Single-face x-only task: the full problem (x and y from four faces) needs multi-view fusion — the per-band head extends naturally to that setting.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D3D"/>
                </a:solidFill>
              </a:rPr>
              <a:t>No uncertainty estimate: for grading decisions a confidence measure (e.g. quantile regression) would matter.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D3D"/>
                </a:solidFill>
              </a:rPr>
              <a:t>Summary — 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A ~1 M-parameter CNN trained from scratch in ~1 hour on a laptop CPU reaches 3.82 mm test MAE — ~7× better than the naive baseline, ~2.6% of the board width.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Understanding the data before modelling paid off: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</a:rPr>
              <a:t>the smooth pith path and the 4.6% outside-the-board sub-population shaped the loss, the no-clamping output and the evaluation breakdown;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5A6472"/>
                </a:solidFill>
              </a:rPr>
              <a:t>physical symmetries gave exact, free augmentations.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Encoding output structure in the architecture (width-pooled, z-preserving head) beat a generic regression head by ~11% at zero parameter cost — small inductive biases matter at this data scale.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Honest evaluation = aggregate metric + stratified breakdown + visual checks; the mean alone hides that errors are concentrated in one rare, hard sub-population.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D3D"/>
                </a:solidFill>
              </a:rPr>
              <a:t>Next steps: extended-range heatmap head for far piths, uncertainty estimation, and scaling to the full four-face x/y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